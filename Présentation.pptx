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DF5D02-AE16-4778-808A-8900C30A6AF8}" v="162" dt="2024-06-07T12:32:06.732"/>
    <p1510:client id="{667A8872-A587-57A9-732C-8B017F28C431}" v="16" dt="2024-06-07T12:23:47.252"/>
    <p1510:client id="{97C9064A-1D92-38C1-D783-A7AE55A68310}" v="372" dt="2024-06-07T07:52:27.706"/>
    <p1510:client id="{B9FF269B-D2A9-C64F-3F17-F92DBB67B041}" v="80" dt="2024-06-07T07:09:12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992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418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39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6/7/2024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79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6/7/2024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0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6/7/2024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13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6/7/2024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12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6/7/2024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1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6/7/2024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18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305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80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6/7/2024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22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b="1"/>
              <a:t>SAE22 – Mesurer et Caractériser un signal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-2512" y="6570869"/>
            <a:ext cx="4670962" cy="29999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fr-FR" b="1">
                <a:latin typeface="Aptos Display"/>
              </a:rPr>
              <a:t>BUT Réseaux et Télécommunications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A4A5E1-7400-5048-6A17-BADDAAD5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1</a:t>
            </a:fld>
            <a:endParaRPr lang="fr-FR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62D39C26-4671-8BA9-C566-EBBBF11DE8AB}"/>
              </a:ext>
            </a:extLst>
          </p:cNvPr>
          <p:cNvSpPr txBox="1">
            <a:spLocks/>
          </p:cNvSpPr>
          <p:nvPr/>
        </p:nvSpPr>
        <p:spPr>
          <a:xfrm>
            <a:off x="112815" y="2695555"/>
            <a:ext cx="4670962" cy="2999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>
                <a:latin typeface="Aptos Display"/>
              </a:rPr>
              <a:t>De JAY Quentin et RICHARD Ulysse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FD69DE-78E2-AEEE-BBF2-2D759495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7441F0-7332-3953-1B20-1B9CB52F1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3200" b="1"/>
              <a:t>Contexte de la SAE22</a:t>
            </a:r>
          </a:p>
          <a:p>
            <a:r>
              <a:rPr lang="fr-FR" sz="3200" b="1"/>
              <a:t>Méthode des Trapèzes</a:t>
            </a:r>
          </a:p>
          <a:p>
            <a:r>
              <a:rPr lang="fr-FR" sz="3200" b="1"/>
              <a:t>Méthode de Simpson</a:t>
            </a:r>
          </a:p>
          <a:p>
            <a:r>
              <a:rPr lang="fr-FR" sz="3200" b="1"/>
              <a:t>Méthode de Monte-Carlo</a:t>
            </a:r>
          </a:p>
          <a:p>
            <a:r>
              <a:rPr lang="fr-FR" sz="3200" b="1"/>
              <a:t>Conclusion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B27C1A-8A71-64F6-F4CB-B7BA16515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736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01B42-D095-2515-2040-3F2ED733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/>
              <a:t>Contexte - SAE22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9788E8-29E4-C33B-62CE-CB3D5628C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SAE du second semestre de BUT Réseaux et Télécommunications</a:t>
            </a:r>
          </a:p>
          <a:p>
            <a:r>
              <a:rPr lang="fr-FR">
                <a:ea typeface="+mn-lt"/>
                <a:cs typeface="+mn-lt"/>
              </a:rPr>
              <a:t>Matlab </a:t>
            </a:r>
          </a:p>
          <a:p>
            <a:r>
              <a:rPr lang="fr-FR"/>
              <a:t>Prise en main de Matlab</a:t>
            </a:r>
          </a:p>
          <a:p>
            <a:r>
              <a:rPr lang="fr-FR"/>
              <a:t>Calcul numérique d'intégrale</a:t>
            </a:r>
          </a:p>
          <a:p>
            <a:r>
              <a:rPr lang="fr-FR"/>
              <a:t>Etude d'un signal temporel</a:t>
            </a:r>
          </a:p>
          <a:p>
            <a:r>
              <a:rPr lang="fr-FR"/>
              <a:t>Etude d'un canal radio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pPr marL="0" indent="0">
              <a:buNone/>
            </a:pPr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D3472D-C970-C895-C7D6-865CCDCF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4865C-CFDB-4EF7-BB7B-02A9FCAFE8F5}" type="datetime1">
              <a:rPr lang="fr-FR"/>
              <a:t>07/06/2024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8E6312-CC1F-D2F1-F9D9-C8CDACDF5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839C0F-0DD0-967E-6EFA-DDDB04EC0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72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FC6464-2704-93E9-A3F5-E447627E4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Méthode des Trapèzes</a:t>
            </a:r>
          </a:p>
        </p:txBody>
      </p:sp>
      <p:pic>
        <p:nvPicPr>
          <p:cNvPr id="7" name="Espace réservé du contenu 6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AFA4D73A-C95F-5F27-4ACD-ED818BD00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83621" y="2098493"/>
            <a:ext cx="4317579" cy="3269302"/>
          </a:xfrm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6A963A7-8EBD-3D57-03DF-19B1FF2F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378C-2D20-49B7-A9ED-55A5E94F03BD}" type="datetime1">
              <a:rPr lang="en-US"/>
              <a:t>6/7/2024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7DE435-3B42-FFE4-D2E2-E3B7204B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7627C7-D644-81BC-5A84-2F194785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991DD492-3CB9-99E1-14BE-E5D32B3C3E65}"/>
              </a:ext>
            </a:extLst>
          </p:cNvPr>
          <p:cNvSpPr txBox="1">
            <a:spLocks/>
          </p:cNvSpPr>
          <p:nvPr/>
        </p:nvSpPr>
        <p:spPr>
          <a:xfrm>
            <a:off x="700635" y="2433651"/>
            <a:ext cx="5743214" cy="36360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Calcul théorique</a:t>
            </a:r>
          </a:p>
          <a:p>
            <a:r>
              <a:rPr lang="fr-FR"/>
              <a:t>Explication du fonctionnement</a:t>
            </a:r>
          </a:p>
          <a:p>
            <a:r>
              <a:rPr lang="fr-FR"/>
              <a:t>Code Matlab</a:t>
            </a:r>
          </a:p>
          <a:p>
            <a:r>
              <a:rPr lang="fr-FR"/>
              <a:t>Résultat</a:t>
            </a:r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endParaRPr lang="fr-FR"/>
          </a:p>
          <a:p>
            <a:pPr marL="0" indent="0">
              <a:buFont typeface="Arial" panose="020B0604020202020204" pitchFamily="34" charset="0"/>
              <a:buNone/>
            </a:pPr>
            <a:endParaRPr lang="fr-FR"/>
          </a:p>
        </p:txBody>
      </p:sp>
      <p:pic>
        <p:nvPicPr>
          <p:cNvPr id="11" name="Image 10" descr="Une image contenant diagramme, ligne, Parallèle, Tracé&#10;&#10;Description générée automatiquement">
            <a:extLst>
              <a:ext uri="{FF2B5EF4-FFF2-40B4-BE49-F238E27FC236}">
                <a16:creationId xmlns:a16="http://schemas.microsoft.com/office/drawing/2014/main" id="{60B51A81-B964-E958-C367-9D085CCC8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92" y="1493548"/>
            <a:ext cx="4157870" cy="3909391"/>
          </a:xfrm>
          <a:prstGeom prst="rect">
            <a:avLst/>
          </a:prstGeom>
        </p:spPr>
      </p:pic>
      <p:pic>
        <p:nvPicPr>
          <p:cNvPr id="13" name="Image 1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9C478EB0-38FD-35BE-CB50-7883A7E50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598" y="2293126"/>
            <a:ext cx="5237758" cy="2668060"/>
          </a:xfrm>
          <a:prstGeom prst="rect">
            <a:avLst/>
          </a:prstGeom>
        </p:spPr>
      </p:pic>
      <p:pic>
        <p:nvPicPr>
          <p:cNvPr id="14" name="Image 13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016E17A7-1101-13CD-7D65-7A4168679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7320" y="1774906"/>
            <a:ext cx="3038475" cy="3495675"/>
          </a:xfrm>
          <a:prstGeom prst="rect">
            <a:avLst/>
          </a:prstGeom>
        </p:spPr>
      </p:pic>
      <p:pic>
        <p:nvPicPr>
          <p:cNvPr id="15" name="Image 14" descr="Une image contenant texte, ligne, diagramme, Tracé&#10;&#10;Description générée automatiquement">
            <a:extLst>
              <a:ext uri="{FF2B5EF4-FFF2-40B4-BE49-F238E27FC236}">
                <a16:creationId xmlns:a16="http://schemas.microsoft.com/office/drawing/2014/main" id="{F0B522EF-0DB2-8567-5888-9449DF0906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2800" y="1265338"/>
            <a:ext cx="5356882" cy="432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3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0A6D3-D5B8-F21D-E1E8-8E8048D3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Méthode de Simpson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D4BD40-8424-1256-0067-F9A873DD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93126"/>
            <a:ext cx="3990237" cy="3636088"/>
          </a:xfrm>
        </p:spPr>
        <p:txBody>
          <a:bodyPr/>
          <a:lstStyle/>
          <a:p>
            <a:r>
              <a:rPr lang="fr-FR"/>
              <a:t>Description</a:t>
            </a:r>
          </a:p>
          <a:p>
            <a:r>
              <a:rPr lang="fr-FR"/>
              <a:t>Explication du fonctionnement</a:t>
            </a:r>
          </a:p>
          <a:p>
            <a:r>
              <a:rPr lang="fr-FR"/>
              <a:t>Code Matlab</a:t>
            </a:r>
          </a:p>
          <a:p>
            <a:r>
              <a:rPr lang="fr-FR"/>
              <a:t>Résultat</a:t>
            </a:r>
          </a:p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86108A-7EC0-5249-D676-A51AFD87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130AC-ABC3-427F-A07D-C55D822B0CD5}" type="datetime1">
              <a:rPr lang="fr-FR"/>
              <a:t>07/06/2024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9C56B4-6104-9164-942D-96B7BF7D4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C7EA34-1B5A-7627-7AB7-8135FED1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31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4A7B23-5CF4-D678-BF81-B50B12BE3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Méthode de MONTE-CARLO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48F394-BC5A-9160-ECDA-36A61819A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14BD27-D448-1223-1142-FAA692DFB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EBF93-32E6-4608-A14D-1FD08E71D1B0}" type="datetime1">
              <a:rPr lang="fr-FR"/>
              <a:t>07/06/2024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9C6F15-5226-7A5A-3207-972D09E3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B54447-D84F-6862-0C14-9DF86041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84CCA2-D70A-D7A1-3A04-6AAA0E69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9463EB-ACAC-70F8-552A-3A6ECB772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3D8668-504F-7083-03B6-F881FEECA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71196-A9BD-4A41-A92B-B33C9B2A92D9}" type="datetime1">
              <a:t>07/06/2024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5FEF67E-AAAC-1D25-9794-42D3B7886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449E7A-59F3-66A3-297E-DF483DD5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5843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7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ChronicleVTI</vt:lpstr>
      <vt:lpstr>SAE22 – Mesurer et Caractériser un signal</vt:lpstr>
      <vt:lpstr>Sommaire</vt:lpstr>
      <vt:lpstr>Contexte - SAE22</vt:lpstr>
      <vt:lpstr>Méthode des Trapèzes</vt:lpstr>
      <vt:lpstr>Méthode de Simpson</vt:lpstr>
      <vt:lpstr>Méthode de MONTE-CARLO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</dc:title>
  <dc:creator/>
  <cp:revision>4</cp:revision>
  <dcterms:created xsi:type="dcterms:W3CDTF">2024-06-07T07:00:46Z</dcterms:created>
  <dcterms:modified xsi:type="dcterms:W3CDTF">2024-06-07T12:44:05Z</dcterms:modified>
</cp:coreProperties>
</file>